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41b11a6c5e430d" /><Relationship Type="http://schemas.openxmlformats.org/officeDocument/2006/relationships/extended-properties" Target="/docProps/app.xml" Id="R5e77da5afec54169" /><Relationship Type="http://schemas.openxmlformats.org/officeDocument/2006/relationships/officeDocument" Target="/ppt/presentation.xml" Id="R58545be394ac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633b5ccee4cc4"/>
  </p:sldMasterIdLst>
  <p:notesMasterIdLst>
    <p:notesMasterId xmlns:r="http://schemas.openxmlformats.org/officeDocument/2006/relationships" r:id="Ra8ef556b9b84487e"/>
  </p:notesMasterIdLst>
  <p:sldIdLst>
    <p:sldId xmlns:r="http://schemas.openxmlformats.org/officeDocument/2006/relationships" id="256" r:id="R42e72758a5e84b6a"/>
    <p:sldId xmlns:r="http://schemas.openxmlformats.org/officeDocument/2006/relationships" id="257" r:id="R99920a7487c149a7"/>
    <p:sldId xmlns:r="http://schemas.openxmlformats.org/officeDocument/2006/relationships" id="258" r:id="R063672ee70714882"/>
    <p:sldId xmlns:r="http://schemas.openxmlformats.org/officeDocument/2006/relationships" id="259" r:id="R4e49fb3ab59d48c2"/>
    <p:sldId xmlns:r="http://schemas.openxmlformats.org/officeDocument/2006/relationships" id="260" r:id="Rdf7ae722dea145d0"/>
    <p:sldId xmlns:r="http://schemas.openxmlformats.org/officeDocument/2006/relationships" id="261" r:id="Rf0855d192d7b4077"/>
    <p:sldId xmlns:r="http://schemas.openxmlformats.org/officeDocument/2006/relationships" id="262" r:id="R6505590fcfc84d66"/>
    <p:sldId xmlns:r="http://schemas.openxmlformats.org/officeDocument/2006/relationships" id="263" r:id="R4d6b9277785745fd"/>
    <p:sldId xmlns:r="http://schemas.openxmlformats.org/officeDocument/2006/relationships" id="264" r:id="R3430a950ce2b4514"/>
    <p:sldId xmlns:r="http://schemas.openxmlformats.org/officeDocument/2006/relationships" id="265" r:id="Rb37f98d57ed74e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46048371aa47a5" /><Relationship Type="http://schemas.openxmlformats.org/officeDocument/2006/relationships/slideMaster" Target="/ppt/slideMasters/slideMaster1.xml" Id="R085633b5ccee4cc4" /><Relationship Type="http://schemas.openxmlformats.org/officeDocument/2006/relationships/notesMaster" Target="/ppt/notesMasters/notesMaster1.xml" Id="Ra8ef556b9b84487e" /><Relationship Type="http://schemas.openxmlformats.org/officeDocument/2006/relationships/presProps" Target="/ppt/presProps.xml" Id="Rd505533725b548cd" /><Relationship Type="http://schemas.openxmlformats.org/officeDocument/2006/relationships/viewProps" Target="/ppt/viewProps.xml" Id="R08a6f0314819405e" /><Relationship Type="http://schemas.openxmlformats.org/officeDocument/2006/relationships/tableStyles" Target="/ppt/tableStyles.xml" Id="Rc7a7a0365fbd4d13" /><Relationship Type="http://schemas.openxmlformats.org/officeDocument/2006/relationships/slide" Target="/ppt/slides/slide1.xml" Id="R42e72758a5e84b6a" /><Relationship Type="http://schemas.openxmlformats.org/officeDocument/2006/relationships/slide" Target="/ppt/slides/slide2.xml" Id="R99920a7487c149a7" /><Relationship Type="http://schemas.openxmlformats.org/officeDocument/2006/relationships/slide" Target="/ppt/slides/slide3.xml" Id="R063672ee70714882" /><Relationship Type="http://schemas.openxmlformats.org/officeDocument/2006/relationships/slide" Target="/ppt/slides/slide4.xml" Id="R4e49fb3ab59d48c2" /><Relationship Type="http://schemas.openxmlformats.org/officeDocument/2006/relationships/slide" Target="/ppt/slides/slide5.xml" Id="Rdf7ae722dea145d0" /><Relationship Type="http://schemas.openxmlformats.org/officeDocument/2006/relationships/slide" Target="/ppt/slides/slide6.xml" Id="Rf0855d192d7b4077" /><Relationship Type="http://schemas.openxmlformats.org/officeDocument/2006/relationships/slide" Target="/ppt/slides/slide7.xml" Id="R6505590fcfc84d66" /><Relationship Type="http://schemas.openxmlformats.org/officeDocument/2006/relationships/slide" Target="/ppt/slides/slide8.xml" Id="R4d6b9277785745fd" /><Relationship Type="http://schemas.openxmlformats.org/officeDocument/2006/relationships/slide" Target="/ppt/slides/slide9.xml" Id="R3430a950ce2b4514" /><Relationship Type="http://schemas.openxmlformats.org/officeDocument/2006/relationships/slide" Target="/ppt/slides/slide10.xml" Id="Rb37f98d57ed74e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83a74d6c642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7e22c2bd384f77" /><Relationship Type="http://schemas.openxmlformats.org/officeDocument/2006/relationships/notesMaster" Target="/ppt/notesMasters/notesMaster1.xml" Id="R53d5f80bd73c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4c940a2044f08" /><Relationship Type="http://schemas.openxmlformats.org/officeDocument/2006/relationships/notesMaster" Target="/ppt/notesMasters/notesMaster1.xml" Id="R0e158587c35a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9971749a744a2e" /><Relationship Type="http://schemas.openxmlformats.org/officeDocument/2006/relationships/notesMaster" Target="/ppt/notesMasters/notesMaster1.xml" Id="Rc9e0f16e725e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ec89d200904ffa" /><Relationship Type="http://schemas.openxmlformats.org/officeDocument/2006/relationships/notesMaster" Target="/ppt/notesMasters/notesMaster1.xml" Id="Rc0b3b08538e4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408098144433e" /><Relationship Type="http://schemas.openxmlformats.org/officeDocument/2006/relationships/notesMaster" Target="/ppt/notesMasters/notesMaster1.xml" Id="R3544d7567ddb45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17a21657574c1f" /><Relationship Type="http://schemas.openxmlformats.org/officeDocument/2006/relationships/notesMaster" Target="/ppt/notesMasters/notesMaster1.xml" Id="Ra1f9a599f7f6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eee97189994088" /><Relationship Type="http://schemas.openxmlformats.org/officeDocument/2006/relationships/notesMaster" Target="/ppt/notesMasters/notesMaster1.xml" Id="R60826dc299124f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7229cdf0d4f0d" /><Relationship Type="http://schemas.openxmlformats.org/officeDocument/2006/relationships/notesMaster" Target="/ppt/notesMasters/notesMaster1.xml" Id="Rdcce29f6726743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42a7da19654358" /><Relationship Type="http://schemas.openxmlformats.org/officeDocument/2006/relationships/notesMaster" Target="/ppt/notesMasters/notesMaster1.xml" Id="Reebc5ac198a64d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9c334859ba41c0" /><Relationship Type="http://schemas.openxmlformats.org/officeDocument/2006/relationships/notesMaster" Target="/ppt/notesMasters/notesMaster1.xml" Id="R1d03edb6dbd749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b31dc98f4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047a8d116e46dc" /><Relationship Type="http://schemas.openxmlformats.org/officeDocument/2006/relationships/slideLayout" Target="/ppt/slideLayouts/slideLayout1.xml" Id="R5ed51e041f8d41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51e041f8d41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1d1c0f4a14da6" /><Relationship Type="http://schemas.openxmlformats.org/officeDocument/2006/relationships/image" Target="/ppt/media/image.png" Id="R920980aa04aa4d1f" /><Relationship Type="http://schemas.openxmlformats.org/officeDocument/2006/relationships/notesSlide" Target="/ppt/notesSlides/notesSlide1.xml" Id="R42726dfe172843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84f0bc7df49a7" /><Relationship Type="http://schemas.openxmlformats.org/officeDocument/2006/relationships/notesSlide" Target="/ppt/notesSlides/notesSlide2.xml" Id="Re5820753735943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b6afa3efd43b6" /><Relationship Type="http://schemas.openxmlformats.org/officeDocument/2006/relationships/notesSlide" Target="/ppt/notesSlides/notesSlide3.xml" Id="R83b0ba18956d40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263d0345483a" /><Relationship Type="http://schemas.openxmlformats.org/officeDocument/2006/relationships/notesSlide" Target="/ppt/notesSlides/notesSlide4.xml" Id="R23ad923d623642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05995d2bc4188" /><Relationship Type="http://schemas.openxmlformats.org/officeDocument/2006/relationships/notesSlide" Target="/ppt/notesSlides/notesSlide5.xml" Id="Re2b875af9e3b43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853191224941" /><Relationship Type="http://schemas.openxmlformats.org/officeDocument/2006/relationships/notesSlide" Target="/ppt/notesSlides/notesSlide6.xml" Id="Rce0d3b6dd63d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d12949de94e68" /><Relationship Type="http://schemas.openxmlformats.org/officeDocument/2006/relationships/notesSlide" Target="/ppt/notesSlides/notesSlide7.xml" Id="R03c124272608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cc77a459c47dd" /><Relationship Type="http://schemas.openxmlformats.org/officeDocument/2006/relationships/notesSlide" Target="/ppt/notesSlides/notesSlide8.xml" Id="R040319425e0e40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1892b574466a" /><Relationship Type="http://schemas.openxmlformats.org/officeDocument/2006/relationships/notesSlide" Target="/ppt/notesSlides/notesSlide9.xml" Id="R860a0188b70f46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c9c1924e7440f" /><Relationship Type="http://schemas.openxmlformats.org/officeDocument/2006/relationships/notesSlide" Target="/ppt/notesSlides/notesSlide10.xml" Id="R12049a67c30e47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980aa04aa4d1f"/>
          <a:srcRect xmlns:a="http://schemas.openxmlformats.org/drawingml/2006/main" l="10494" t="0" r="104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8DB13-7F64-4B93-8A2E-9411804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E09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B3D40-5086-4937-A16E-4143DC2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E73DF-A5D2-4626-AA7E-1A695F14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096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Food Ordering &amp; Token Generation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0BAA4-6320-44E8-BE8C-CDC56AD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1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1E8"/>
                </a:solidFill>
                <a:latin typeface="Aptos"/>
                <a:ea typeface="Aptos"/>
                <a:cs typeface="Aptos"/>
              </a:rPr>
              <a:t>A full-stack cafeteria web application that lets students order food, complete payment selection, receive a token, and track status without standing in long queues.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1F8E6-FFDF-4075-8D94-858C38D0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>
              <a:alpha val="86667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3E58B-73CF-4AD6-8F4E-56ED58D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24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2415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654AF-0937-49C7-AF0A-1B1A8F5D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Menu, cart, 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4285C-1D36-4EDE-98FE-5678179D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>
              <a:alpha val="86667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83580-E8B8-432D-ABBC-BF2A773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86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24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2415"/>
                </a:solidFill>
                <a:latin typeface="Aptos"/>
                <a:ea typeface="Aptos"/>
                <a:cs typeface="Aptos"/>
              </a:rPr>
              <a:t>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AB7CB-5A5F-4BAC-9779-6C46E5A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53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Mock OTP + PIN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DCF00-518C-4BA2-AB1C-8FF1424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>
              <a:alpha val="86667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6F77E-ECF1-4DCB-AF30-5796965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863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C24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C2415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EF226-D467-4B87-B0F3-F83E977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Orders, status,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07559-1116-415E-998E-F50F9B7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B16C4-1D82-4A72-AEE1-895D45B7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C26E6-28F7-47F6-8FF1-7E2A3FD5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90644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7B519-9433-4CC8-A1EA-90120C1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FC6975-8B26-49AC-96A1-4A86232B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14D794-A3C1-4D1E-B72C-894149A9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SYSTEM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B10BF-7940-45DB-82CD-06655C09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project connects student convenience with cafeteria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08A4D-2B63-460A-9DA5-A387DAA3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I built separate customer and admin workflows that meet at the order and token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44BDE-B720-4CD7-A03C-9CA18CBF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BC81F-8190-4262-9E43-8FCF9F2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27A08-2EBE-478F-848A-D0C10F3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Customer 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4A82C-4FFC-42AA-A77D-E584807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381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Browse categories and food items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Search and filter menu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Add items to localStorage cart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Checkout with cash or online payment option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Receive token and track order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05B98-C17E-4B82-89A0-246828F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2CE73-B341-40F4-A393-8510B21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54DB4-4C87-40AA-99FB-148AE06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Admin 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65284-3157-4B47-9027-EBC3A7E8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4381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View live dashboard statistics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Manage orders by status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Add, edit, delete food items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Manage categories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View sales reports and revenue 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C548B-D74F-40CD-9894-C0B38FA1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EF2E6-FBC4-4D8E-99C2-9C03F75E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38525"/>
            <a:ext cx="647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7F34F-79DF-40CC-911B-0C8B651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0B498-732B-455D-8773-E11C76A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D7FB2-2874-421C-B746-EEC83465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27830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5A474B-B7FF-4F72-BE19-6C844D5D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AB19FA-FD0C-4136-921F-90F3ABBC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1E78EA-4A20-4FE4-B437-E215D4D9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692C-B246-4BBD-9DB6-12B0BDB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architecture keeps the system modular and easy to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E94F1-66D9-4167-AC9B-58B11DF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Frontend pages call REST APIs; Express routes apply business logic; the database layer stores users, menu, orders, and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0BADD-2B17-4ED7-AAF6-5AD9A6E3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B9E5F-A2D6-48E9-9EA7-50427C1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FA8D8-5D9B-49BA-8BC8-248BD1EB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479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5F997-758F-4164-BF64-B2F6C4E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HTML, CSS, Vanilla JS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Menu, cart, checkout, tracking,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CD52E-39D9-449A-8E9D-5EAF671C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3367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02A8A-4C03-426A-BADB-F4F427B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EECAD-3567-436C-80D5-958C03F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F840D-D900-4304-BB36-129183A4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9936F-3BA9-4D07-9050-67E2375A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861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API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89BD8-621F-442F-9153-E5526A47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Express.js REST routes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/auth, /menu, /orders, /admin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F83B1-1DA8-41F0-8187-0CA0CE1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0A32-68E6-4F75-8193-15167EE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48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DC76E4-9253-4540-88E8-BE1DF9D3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D3B5A-AD5A-4BCE-9C76-47225E12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D6FA6-074A-4D94-AD3C-E385F923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Business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D8BEC-7757-4951-8463-331B62A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291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Session checks, price validation, token generation, status updates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8DB27-7EC6-4AA8-BB0E-5154122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43135-42A4-4DA7-9010-C15E9B61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86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6497B-F01E-4412-A334-BA65299D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55B9B-3B58-443D-B52C-35D82F7B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BD5E2-45D7-48F0-B1E5-23DB30A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7A064-1382-48AE-A892-59F422DF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MySQL primary database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JSON fallback when MySQL is unavailable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85F22F-0787-4888-9BE5-4A4305F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BDF9C-9FD8-4060-AA1E-B9E570D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3CF1D-7E5F-4D9F-A37B-BFDAA5F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39684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71829-1AD3-4EF7-9A37-536D487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4C7FEB-988C-4A26-AA6A-AD7C7A7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78ACC5-EBDE-4820-8493-535E2CC6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CUSTOMER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2D2A-7E43-4B04-AF62-ACDF137D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 student can complete the full ordering journey from one browser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84C23-607B-4E56-9DFD-6BB270B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customer experience is designed to be simple: choose food, confirm cart, select payment, and receive the token.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319C-DBA2-4C6E-996D-E9932F8D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962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42578-F9D7-43FD-A2A8-3EEB48B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7285C-0042-48A9-83F9-6E7E1D94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DC2B5-851B-4F04-AC5B-FF8344AA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Browse 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33204-A4AE-4047-8EF0-66A171A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Category tabs + search filters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73603-9C74-494C-A5C0-EFCA4BE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1A777-86C3-4F27-8279-231318B2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E9DA2-787A-4BFD-9F46-2C85A34E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962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3F899-1BB5-4E36-8D43-DB96407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FD186-4612-4B7D-9677-33D4DD4F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575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21CA7-B7A9-4A92-9AC7-E9974256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Add to cart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B3A18-3A66-4D03-B780-EB3FE38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Quantity and subtotal stored locally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D39F7-EC76-4AD0-831E-16F001E3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EB45C-B217-4981-AEA4-66B2983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26AEF-8135-46CB-824F-230C9D5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962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86C59-D1DF-42E0-B7DE-5A65A0F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CFFFF-BDC7-4CA8-95EA-A641FE3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04644-11BE-4E11-904C-5B170D1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03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49D3D-4AFE-4942-BF9F-DD62E64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57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Billing details and payment method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7A90D-F325-4296-9BCD-894D17B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009B7-8403-4432-A765-B2DCF7C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4A2327-DB0D-4B12-9A3E-0850277A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1962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B301F-690A-497E-9A79-3849B6B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E5E80-581D-471B-841C-D0E2A0A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43A19-0574-47A4-A807-DB56CA72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Place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5AF616-AD16-4E9E-A23B-E3110A7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API validates cart and saves order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BCD8C-070D-4127-9F5E-324D7E33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29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56444-2AD5-4F2A-8AF6-D7C82513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30D383-6F77-4D95-B808-A747869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962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2EF4D2-C6B4-459C-9769-5407412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A1BD8-04B0-410D-97C1-0126A504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12573-9A68-495C-BB0E-D9DC2E6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003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Get 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966820-9558-4EC2-949C-48A3990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575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Student tracks status with token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37DAAA-7E7C-437D-8E8B-63C72917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C241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C2415"/>
                </a:solidFill>
                <a:latin typeface="Aptos"/>
                <a:ea typeface="Aptos"/>
                <a:cs typeface="Aptos"/>
              </a:rPr>
              <a:t>Presentation line: I focused on reducing manual waiting time by making the order information available before the student reaches the counter.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24343-79CA-4EA9-9BB3-6217EFB5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0894D8-85ED-4182-B37C-479C5A94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B26192-A3CB-4EAF-B4C3-0104C69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58691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B7F8D6-54FD-4131-9E3A-5295DEF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C3AB24-4A25-4E89-83EC-1486043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A05F40-558A-41C1-984B-BB9F444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PAYMENT GATEWAY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5DA06-14FD-48D4-8E85-5D6DF2E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payment gateway is implemented as a safe mock checkout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92B4C-84B8-488E-859F-0CD8CCB7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For a university demo, I simulated the main stages of online payment without connecting to real bank or mobile-money APIs.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05DD8-04B1-4D32-A173-F769CB06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882FB-2796-4F1C-9A53-523C0BA3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8FC3A-BFAD-4BB5-933B-DF76CE06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FA3CC-F492-4CBA-8120-48F4DAA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Choose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E8E00-49E6-4CB9-9194-F5CFFBB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Cash, bKash, Nagad, or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8943-F20E-4D26-902F-34EFC6A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19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4E4BC-597E-45E9-B11B-37D6F2DF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61DBE-B35A-43BA-B928-2A679822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86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7AD6E-7D47-482C-B9BA-1513DC5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88DE-183B-4603-8593-FD3A586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A7546-F07A-404C-B804-9210A470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Enter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D37EF-E9F1-45BD-8C19-AAF8EEFF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Mobile number or card number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91601-980C-4FC7-8962-53A55C34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D050E-FED5-47F9-88A3-3D83FBA0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8995D-AADF-4B52-AA7A-9F371B3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86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1014A-BACF-4AA7-AACE-A15811C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70195-F74A-40C4-B3C4-2531C3E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9AF0A-FD5E-4746-829B-34F29232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28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Verify OTP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C33B0-75B2-4555-86C8-307DA97C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Simulated 6-digit OTP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A25E8-1B29-4D0D-88E0-B06C0A7F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7AEF1-109E-48ED-AE49-F6A7D26C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828F8-767B-4E1D-A6E1-1FB13AF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5809E-537E-4A3B-9E0E-970EF2C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EB18D-E977-4376-870B-9AE982A5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C804D-9D0B-4A32-A13E-6E73C506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Confirm PIN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54997-F881-4DCA-88F2-41C1ECF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Secure PIN/password step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7D666-4E43-4B6A-938E-B17F16E2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D3AAF-5201-4994-B835-368C6D6A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5777FE-5697-44F6-AFC9-B67E1230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1EF54A-1FED-4350-8543-CDB8E1D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326EB6-3D75-4D43-AC9B-91204C7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860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421B20-0680-4E47-A368-988609FD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28875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Process payment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716EEE-5FC3-4B4F-A7A6-99DBF5BC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Fake transaction ID then order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DFB739-188A-45A8-B46F-08D6232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A8F3C6-0ACF-4DDE-805D-637F2A7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D890E4-1614-4F97-A0FB-F8F8C49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Easy explanation for teacher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5CE25B-5E7F-4C6B-8AE9-2034E24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 real payment gateway talks to a provider like bKash, Nagad, Stripe, or a bank. My project uses the same user journey for learning: select provider, verify identity, confirm payment, receive transaction ID, then generate token. Because this is a demo system, the transaction ID is generated locally instead of charging real money.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9BB669-8559-418D-8B7C-11A4CA0F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AAEE8-990F-4777-9156-C412F81C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E7BC06-74C7-4E57-9CA3-5882F9A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1058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D4A49D-DA2D-4A68-8E23-5275CAA6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B8DB41-43F3-49D8-A828-A7EF9DF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5FF0B5-430F-461E-9171-E281772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TOKEN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34441-FCC4-4B67-95AF-E58C5D07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Token generation converts a confirmed order into a queue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65EA1-84CE-4676-8BA8-7900AF1F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backend checks the latest token, increases the number, pads it to three digits, and saves it with the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851AE-30DF-4147-B314-1B7BE45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362B5-F293-4BDC-B962-4FCFA35B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0C060-B066-46DC-B746-0D9183D5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1. Read last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01876-2083-40D9-A4BF-5C72A537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2762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Database query checks the newest token number, for example T005.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7F1FD-7CC3-49FB-909B-27DA727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6B81-1AA0-492D-8005-842B3C8B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AE4A8-AE2A-4AD5-ABD9-2ED27E6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62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2. Calculate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50D17-D814-4019-8D5D-6B95ADC1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Remove the T prefix, convert 005 to a number, add 1, then format back to 006.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62863-C2A7-4BFF-A82C-3E6E5CA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12220-4936-4D7A-AA06-D24C9EC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05F97-684B-45A9-86FB-48A13533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3. Save and 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3D550-5FA7-431D-8A7B-DA11DFF8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762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order is inserted as Pending and the response returns tokenNumber to the customer.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2E917-5524-4D83-8807-480D794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813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4D266-5924-486B-AA83-1EB2029F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3BBE0-3888-44FC-A04A-6910442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813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74C3A-9401-49E8-92CB-B4A296D6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356C7-0B86-4BC4-9F5D-7DA7AD1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95875"/>
            <a:ext cx="449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4239F-8104-4F39-9863-FB81E877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48275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Example: last token T005 -&gt; next token T006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06D5D-6DFD-4575-B955-FB48E8D6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69DFE-0D6A-4FB0-82C5-030D5748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D04EC0-7835-470E-9174-D0A698EB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2126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1E8B0-6491-4AF5-9CA2-EEB0EAA7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CD5F2A-130C-40EE-B8C0-FE2814A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A60406-39F2-4323-9F44-6368A96B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C69C2-4B0C-410A-93E5-D55FE44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Order tracking keeps the student informed after checkout.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74326-644E-489D-9492-CADE4B9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token is useful because it links the customer view and the admin preparation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4EE1A-0409-4B97-96AC-CB6BFA53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48422-6AAD-46E0-8F84-FB8031E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84188-A642-49B7-88A6-C58FF33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27450-5D37-4263-81A0-0B5C2F94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146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541E5-DF5D-4ECC-AA61-5BAF005C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71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Order received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4EB3A-FE7B-4BB7-84E8-B8DB9DD6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4233F-F14E-4A21-88CB-2F93E81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19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AF41A-B4F7-481E-A5FA-0E1A8F3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4B83F-00D5-4AC5-84FB-8A93212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6A36A-6359-4DCC-A5D8-40E2D01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71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6F8A1-F3A6-4260-AB51-145A5A8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Preparing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AE434-2F5A-43E2-B540-084D59D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Kitchen is working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12A51-7C6F-4519-AC6C-9768173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DFB5D-B023-41A5-A37C-91B0387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19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BA433-52C7-4614-91F3-A8C221B7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2F5F9-E2B1-427A-8818-39F773E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1E6E8-87BF-4721-80B2-C218B98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71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216E2-4C9F-4F1C-B2C7-FEE4DBD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2F54F-869D-49D0-8A3E-C867EA3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Student can collect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52F24-C2AD-48D8-A67A-32E4F83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5FEA5-60CC-48FC-A80D-503B158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E7207-C2D6-43AB-BA58-804A9BC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DBD85-E06B-4D94-8095-B9D69207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43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B05737-3214-48E0-89CA-D168DA1F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717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52166-2C73-454A-89DE-34F5399C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146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7717F-344A-4D6C-8C28-5613F80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718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Order closed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B8FCB-3CCB-4BD6-93D8-DB69ECE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76AA47-A089-47EA-BA22-B46445D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005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103E4-2159-4ABB-B4B3-71E2FA5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How tracking works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4262F-A14D-4D2F-A997-3A31C81B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track page calls /api/orders/track/:token. It fetches the matching order and items, then refreshes the visual status stepper so the student does not need to ask the counter repeatedly.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00C03-72E1-4BC5-B50B-2E16631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32C42-36EB-4E4F-AB05-E31FE8D8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2C4B2-59E1-4DC2-9CD5-3CC96E81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72020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A6BB3-929B-46FA-8E35-C0217CEE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0C3ED3-FCC2-4F40-90C1-5A5CFB58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4806442-8952-49FC-BC8F-922F419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ADMIN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20530-A5F5-44A1-8B72-E1C35CC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The admin panel turns incoming tokens into an organized service 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ADBD1-C280-4CC8-AD8A-8DC9D878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Staff can control the menu and update order progress from protected admin pages.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741AF-F699-45CA-A125-BCB1537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FC5B-2EDA-46B9-AA67-7753FA0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A2EB-8746-43CE-84D7-CC5692B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52752-CA56-48AE-95EF-D74C198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Total orders, pending queue, ready orders,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F633C-F955-44F5-96B0-F93ECC8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369A2-82CB-4758-8D52-B3EA22FF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C1C17-7020-4B12-BBFE-0831CEC6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Order 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AF425-04EF-495D-8B38-A9901550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View token, customer, items, total, and update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764F9-5CED-43B7-91FF-9CE4436F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A309B-2E1E-4515-BB71-DB17526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B42BE-69C8-41E1-8164-7F8EF544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Food CRUD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7A9BE-E96B-4158-89A6-AEB2FA6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Add, edit, delete food items and 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BFD05-468B-4271-B474-FB3D0402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5EBCA-F16A-4B89-B2B2-1812740A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CD67F-0ABC-417A-8F7A-A7A2EEB0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9314E-89E5-44EC-A98E-77986F7A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Create, rename, delete menu categories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29BF3-438E-4371-AFD9-28513BCA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DD5D1-F143-40E2-9B73-37DBA07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4BA02-B60B-4AD2-9A6D-559E1D27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95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99D8F-FA52-4DE9-8C57-5AF6CFB5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Sales total, count, and status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4F690-48AE-4AE9-B3CC-5253C1E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3200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9725D-2356-470C-B68B-0977DE7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CB3F7-36AE-4A97-86E4-8348C4F0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Access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B46FF-3C06-4FA2-8F50-D904077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Admin routes protected by server-side middleware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B3DF0-C5CF-4403-84A5-5A51CE4F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05912-9ACA-40D0-B32E-79A57BA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BAD30-3D1C-4502-8459-865ACD7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2338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DA27B-144D-40E7-8C74-B873EE7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7CDD6D7-5D0C-4511-8BE4-A93C4CD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5B570B-7811-46CE-AE1D-261D7C7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DATA &amp;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E87BB-EE68-496D-8B2E-1EC581A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Database and security choices make the project reliable for demo and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527C0-556D-4B66-841E-16EB813B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The schema stores the core entities, while sessions and password hashing protect user/admin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2FE7A-7B3B-4234-8B5B-7001338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5BFDF-EE1D-4A57-B011-0070B028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AF5FE-2125-4D4C-9C30-98BF7F5C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AA3E8-43D9-43F6-8638-C738918E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id, name, email, hashed password,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55AD4-35B0-43C0-AB3A-459FFC1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8AD29-A589-40A5-97CE-96999B0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C8252-D4DF-4191-BC90-E2CCEA23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5C9DC-30B2-448F-AE5C-6B4E7469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food grouping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93C05-CB05-44E0-B033-F4B92B86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F0448-7EF5-41E1-A0BF-50D7CBD1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FD221-13AC-428B-8A7A-4A4046C2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food_items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9FD84-6F30-456C-81DF-E3FC00A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name, price, image, availability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37A9D-1671-4AE6-B06D-7EAC1359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8C25A-39F6-4799-B3BF-0E7D26A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D3422-0EB0-43F2-83EE-5B39148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48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C042F-36CF-44AA-AD98-37D4F3B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52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user, token, total, status,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3D3B1-F9FF-488A-BAF0-61C02F1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F1D18-0A1B-4D6E-8533-C32EFA39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3ED5F-1A7E-4891-80A5-468CD84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48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order_items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18F77-C904-4832-B7EF-EF00D0C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order, food, quantity, subtotal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6B4AA-DE18-4F65-920A-936B8AA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7680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0CFA39-9DA2-4A7C-838C-82F66256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768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53F9D2-61B7-4CC5-8774-EA964231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0763D0-3BE6-4414-B1D3-C73B58FC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MySQL is primary; JSON fallback keeps all features working when MySQL is unavailable.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B5667-67F1-436B-9D4A-D16B235E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095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5DBEC-67F0-45A1-ABE2-46527DCA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353D0-BE6C-46F0-A12B-1174954F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9D458-7D05-40A0-8AC6-2468D571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530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bcrypt password hashing, session cookies, and admin middleware protect restricted routes.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7E3191-667D-4C1E-AE58-5A1506B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499A1-3193-46B1-AF60-71CD27E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7D05B2-0E63-4A2A-AD65-69E9C180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02567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702B9-B2C4-4AB1-8118-80611D4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4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B4AF36-6660-4450-88D4-7595263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DE4100-4677-4182-A05B-F4A799D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06C3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06C35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1C68-2969-4FA6-A712-2EA7290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This project demonstrates a complete full-stack software development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75062-3323-40EF-8DA2-07B5619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1E8"/>
                </a:solidFill>
                <a:latin typeface="Aptos"/>
                <a:ea typeface="Aptos"/>
                <a:cs typeface="Aptos"/>
              </a:rPr>
              <a:t>It includes UI, API design, database design, authentication, payment simulation, token generation, and admin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B155E-BF98-41AB-BC24-DF3D8A6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8BD1D-0A81-46DB-BF76-5BB6F734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6C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A1D67-D13C-4578-9C31-1B47027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What I 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74E5-250B-48DE-9E3A-04F81088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4095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Customer ordering flow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Mock payment gateway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Token generation and tracking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Admin order/menu/report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2F41-2C7A-4CA8-93F7-8EA25B1A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D8C8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BC246-0E20-4928-B3A7-70FE79A6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2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E4DD2-41BF-446E-AE7B-A1BAF3D3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Future improvement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AABCF-9269-4E37-87FD-27BA802D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4095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Connect a real payment provider API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Add email/SMS token notification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Add cancellation/refund flow</a:t>
            </a:r>
          </a:p>
          <a:p xmlns:a="http://schemas.openxmlformats.org/drawingml/2006/main">
            <a:pPr algn="l">
              <a:defRPr sz="1013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Deploy with production 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54B8B-8D2C-49F9-9599-03ABDB6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57850"/>
            <a:ext cx="746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line: The main goal was to reduce waiting time and make cafeteria order handling more organized.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2A5E1-2A87-469F-A0F0-A2C5785C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866CE-537F-4B7D-B3F9-35A5E2C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Smart Food Ordering &amp; Token Generation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46474-D3CA-43EC-A436-325E19E9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645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64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1296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2026-06-14T14:45:20.8380000Z</dcterms:created>
  <dcterms:modified xsi:type="dcterms:W3CDTF">2026-06-14T14:45:20.8380000Z</dcterms:modified>
</coreProperties>
</file>